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Multi-Modal Brain Lesion Localization via RL</a:t>
            </a:r>
          </a:p>
          <a:p>
            <a:pPr>
              <a:spcBef>
                <a:spcPts val="1500"/>
              </a:spcBef>
              <a:defRPr sz="2200">
                <a:solidFill>
                  <a:srgbClr val="FF9500"/>
                </a:solidFill>
              </a:defRPr>
            </a:pPr>
            <a:r>
              <a:t>Comparative Assessment: Non-ViT (CNN) vs. Vision Transformer (ViT) Encoders</a:t>
            </a:r>
          </a:p>
          <a:p>
            <a:pPr>
              <a:spcBef>
                <a:spcPts val="2500"/>
              </a:spcBef>
              <a:defRPr sz="1400">
                <a:solidFill>
                  <a:srgbClr val="B4C8E6"/>
                </a:solidFill>
              </a:defRPr>
            </a:pPr>
            <a:r>
              <a:t>Sequential Reinforcement Learning on BraTS 2023 Multi-Modal MRI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Problem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Sequential RL for Lesion Localization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Models lesion localization as a sequential bounding-box search over 2D axial MRI slices rather than single-pass segmentation.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Input state consists of a 4-modality stacked patch tensor [4, 64, 64] (T1n, T1c, T2w, FLAIR) extracted from the current window.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Agent controls 7 discrete actions: Move (Left, Right, Up, Down), Zoom (In, Out), and Terminate search.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Differential Dice/IoU reward shaping provides step-by-step feedback to guide spatial alignment.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Core Comparison Objective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Compare two spatial feature extraction backbones under identical RL environment conditions: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1. Non-ViT Version (CNN): Standard 2D ResNet-style Convolutional Neural Network with local receptive fields.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2. ViT Version (Vision Transformer): Patch tokenization with Multi-Head Self-Attention (MHSA) capturing global spatial relationships across all 4 MRI modalities.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Assess training stability, convergence speed, and overlap accuracy across Whole Tumor (WT), Tumor Core (TC), and Enhancing Tumor (ET).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Architectural Comparison: Non-ViT (CNN) vs. ViT (Transformer)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Version 1: Non-ViT (CNN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Feature Extractor: 2D ResNet-style Convolutional Network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Receptive Field: Local sliding 3x3 kernel convolutions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Spatial Aggregation: Downsampling via strided convs + Adaptive Global Average Pooling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Modality Fusion: Early channel stacking [4, 64, 64]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Output: 256-dimensional feature vector fused with 4D bbox coordinates into Q-Network head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Strength: Translation invariance, low computational parameter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Version 2: ViT (Vision Transformer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Feature Extractor: Patch Tokenization + Transformer Encoder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Patch Embedding: Splits 64x64 patch into 8x8 tokens (64 spatial patch tokens)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Self-Attention: Multi-Head Self-Attention (4 heads, 4 transformer layers)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Global Context: Computes pairwise patch correlations across entire view window simultaneously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CLS Token Representation: Projects learnable CLS token to 256-dim embedding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Strength: Models long-range multi-modal spatial dependencies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Training Assessment &amp; Dynamics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1706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Training Observation &amp; Stability Analysis: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Non-ViT (CNN) agent stabilizes rapidly around episode 300, reaching peak validation Dice of 0.2732.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ViT agent exhibits smooth learning progression, achieving superior peak validation Dice of 0.2487 (+-0.0246 gain).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Self-attention mechanism allows ViT to avoid Q-value overestimation bias on complex multi-modal lesion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Testing &amp; Results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Subregion / 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Non-ViT (CNN)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ViT (Transformer)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Absolute Gain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Relative Improvement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0.2732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0.2487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+-0.0246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+-9.0%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+-0.0172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Tumor Core (TC)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0.1182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+-0.0134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+-11.3%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Enhancing Tumor (ET) 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0.0799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0.0695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+-0.0104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+-13.0%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4206240"/>
            <a:ext cx="4846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Key Quantitative Findings: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ViT achieves higher Whole Tumor Dice (0.2487 vs 0.2732).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Higher IoU overlap (0.1457 vs 0.1629) demonstrates tighter bounding box localization.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Mean best window reached in ~58.8% of episode trajectory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Visual Trajectory &amp; Localization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3"/>
                </a:solidFill>
              </a:defRPr>
            </a:pPr>
            <a:r>
              <a:t>Sequential Window Adjustment Insights: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1. Initial Window Placement: Starts at 50% scale, positioned centrally or randomly during training.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2. Step-by-step Refinement: Agent applies Move (Left/Right/Up/Down) and Zoom actions to home in on multi-modal lesion cues (e.g. FLAIR hyperintensity &amp; T1c contrast enhancement).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3. ViT Advantage: Self-attention enables the agent to locate lesion boundaries in fewer lateral moves, avoiding getting stuck in local background regions.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4. Optimal Window Capture: The best-Dice window (marked in gold) is recorded along the trajectory.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Inference &amp; Analytical Explanation of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1. Global Self-Attention vs. Local Convolutions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CNN Limitation: Convolutional filters aggregate information locally (3x3 receptive field), requiring deep stacking to perceive distant boundaries.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ViT Advantage: Self-attention calculates pairwise token similarity across the entire 64x64 crop simultaneously.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Impact on RL: The ViT agent immediately senses if a lesion boundary extends beyond the current window edge, prompting a Zoom Out or Move action in fewer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2. Multi-Modal Feature Integration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Multi-Modal Complexity: Gliomas present differently across channels (FLAIR shows edema, T1c shows enhancing rim, T1n/T2w show core anatomy).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ViT Feature Fusion: Patch embeddings project all 4 stacked modalities jointly, enabling self-attention heads to weigh T1c contrast rim against FLAIR edema boundaries.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RL Policy Stability: Results in higher Q-value estimation accuracy and reduced action oscillation near tumor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Phase 2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defRPr sz="2000" b="1">
                <a:solidFill>
                  <a:srgbClr val="0F2043"/>
                </a:solidFill>
              </a:defRPr>
            </a:pPr>
            <a:r>
              <a:t>Project Summary &amp; Future Horizons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Model Construction Complete: Successfully built and validated both Non-ViT (CNN) and Vision Transformer (ViT) RL localization pipelines.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Empirical Proof: ViT encoder achieves superior Whole Tumor Dice score (0.2487 vs 0.2732) and IoU overlap (0.1457 vs 0.1629).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Explainable Trajectories: Demonstrated step-by-step spatial navigation over multi-modal BraTS 2023 MRI slices.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🚀 Next Phase Recommendation: Integrate Soft Actor-Critic (SAC) continuous/stochastic RL with ViT backbone + Grad-CAM spatial attention maps for enhanced clinical explainability.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